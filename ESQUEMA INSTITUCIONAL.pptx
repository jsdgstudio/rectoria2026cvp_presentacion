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7" autoAdjust="0"/>
    <p:restoredTop sz="94660"/>
  </p:normalViewPr>
  <p:slideViewPr>
    <p:cSldViewPr snapToGrid="0">
      <p:cViewPr varScale="1">
        <p:scale>
          <a:sx n="55" d="100"/>
          <a:sy n="55" d="100"/>
        </p:scale>
        <p:origin x="9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41E15-F8EE-0AC5-D0B0-9404EE4BE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08F706-80C2-1074-6187-D862DD605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7225C3-4BA5-E6DA-C02A-CCC2A327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A3A798-FA47-2536-11BC-0072D2BD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FEED63-2948-DD96-4C34-426C5F5B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38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EBFA3-6665-FB6C-43AB-AF5E3526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04F79-3F43-DB00-B100-2EE539815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96673-367F-AA5D-B6C5-DCF8998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58BC42-254F-46E8-3EA6-65A0C318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E60B0A-A6AB-7836-26EF-F9B711D5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68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06735-91BE-F817-58B3-E73CA697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F4E5F1-14D6-DD32-5A2F-BA3AE0E7D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64360-82EB-9C89-81AC-52C15669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D3E2D-0CE3-4916-3942-EEC97CC31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01E257-16E1-DA58-293C-A8771B46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64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FDA7B-340B-1FAB-6829-20C4FED0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A5414-F15D-92D0-5A3A-04D6AED5A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B00F3B-2D60-C97C-7629-CA1A30B79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72FA3F-1A98-4596-2547-2F2090B3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F329CC-EE60-E3A4-B4B5-484BE80D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3D7A08-C52F-AFB8-A3E5-2A14C2A3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7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2816B-C97C-23E4-089A-00DCCA95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6B0085-A198-3B36-9514-984EE114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39FE94-2C2D-8609-1967-6727997FF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59153A-7ECA-E154-A502-92FE33E8E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734F9B-E22C-2437-0D36-ECF9BD7F2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87856E-1595-4EB4-0DC3-5FE82226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2EB4A9-C4EA-8655-FB34-238127B3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CE9925-31CA-809C-F287-005F70EE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17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41F9-A99F-28CF-0A10-B8BE9243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CC0F1E-CAD4-9BF2-A12B-B1B18C24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74A4C6-1AE9-41A6-68CB-6C548A74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0BFDB5-3E0B-C369-0826-92C8E3C8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38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2433FD-BCC8-3306-C89B-353DA5D2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5A1DCA-30EA-7B20-EBE1-AF765BC4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D10BCB-1339-6D5C-52CD-AD6CF1F3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485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01EEF-56E9-BBB8-1C40-ABB1FC16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91FC0-FA41-76FD-6AD4-123331FF4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8AC52F-FE11-95DF-6D6F-E52881BBE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E82D2-586B-8E24-094F-D2601F06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85DE92-425A-AD22-9798-BEBE8A96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48020A-7E13-B106-4A3C-75FEA146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337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7B426-C75C-FBC7-042B-AFF11276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3F250A-C700-2FF2-4794-F16A170C8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8D8B70-DA5E-F612-08FB-5679744FA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50C217-800C-3330-9232-BF3307E5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DE943-E33F-AC67-74CA-BC7CA2B3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2D2184-B807-EFFE-4BA3-5770B94B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455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6B9AD-E6CB-40F0-5461-9975D1AF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84D4B4-63AD-D429-16F8-495B7EF9B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E03FD-2E79-3CFE-07EF-535377A8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071EA-41E4-848B-0AB5-A95A8651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395CA-EDF7-8ABB-D365-A287DF3A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25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FC46E9-D70B-CB59-EEB6-CD13C4D0F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EC02E1-176E-0ACE-E401-F9B5952E9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A5892B-7385-85B5-9E18-ED090346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A8AD84-112A-9C4F-A5DE-D6F1970D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722BF-8E45-1D30-80C4-F62B8784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353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A6439F-F293-2FCC-7960-2FFD4A20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7C138C-754D-644C-F404-67E7C5EB5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862FBA-1B92-40D8-A3A3-6BFB02AE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0993E-15E0-4587-9794-F504ACCDC20B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9E8A6-2F7B-138F-612D-1C6B725F8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A46FF-5F9F-70DF-4A18-D4E1F2DAD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5E73F-670A-472B-8CB3-D65B51256F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13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C1EDA8-1AA2-86A0-F63B-71202152A1A2}"/>
              </a:ext>
            </a:extLst>
          </p:cNvPr>
          <p:cNvSpPr/>
          <p:nvPr/>
        </p:nvSpPr>
        <p:spPr>
          <a:xfrm>
            <a:off x="3572608" y="6066692"/>
            <a:ext cx="5046784" cy="6154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CRECER CON RESPONSABILIDAD FINANCIERA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C1C21A1-04AC-2F38-465D-64FD345F0C56}"/>
              </a:ext>
            </a:extLst>
          </p:cNvPr>
          <p:cNvSpPr/>
          <p:nvPr/>
        </p:nvSpPr>
        <p:spPr>
          <a:xfrm>
            <a:off x="5064368" y="2461846"/>
            <a:ext cx="1872763" cy="14771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rgbClr val="FF0000"/>
                </a:solidFill>
              </a:rPr>
              <a:t>ACADÉMICOS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096745-0987-F976-5EF9-9DE35B624AD4}"/>
              </a:ext>
            </a:extLst>
          </p:cNvPr>
          <p:cNvSpPr/>
          <p:nvPr/>
        </p:nvSpPr>
        <p:spPr>
          <a:xfrm>
            <a:off x="5235819" y="1040142"/>
            <a:ext cx="1529862" cy="5275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PREGRADO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08D4C8-8EBC-57E6-3929-044F505C7FD5}"/>
              </a:ext>
            </a:extLst>
          </p:cNvPr>
          <p:cNvSpPr/>
          <p:nvPr/>
        </p:nvSpPr>
        <p:spPr>
          <a:xfrm>
            <a:off x="7702062" y="2057400"/>
            <a:ext cx="1374530" cy="40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POSGRADO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941D2B-C3F4-4C37-D4D0-8D2333361C4B}"/>
              </a:ext>
            </a:extLst>
          </p:cNvPr>
          <p:cNvSpPr/>
          <p:nvPr/>
        </p:nvSpPr>
        <p:spPr>
          <a:xfrm>
            <a:off x="7656635" y="4149968"/>
            <a:ext cx="1374530" cy="40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I&amp;D+i+C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49A1C2D-63C1-E460-17A1-CE40CC01AC3D}"/>
              </a:ext>
            </a:extLst>
          </p:cNvPr>
          <p:cNvSpPr/>
          <p:nvPr/>
        </p:nvSpPr>
        <p:spPr>
          <a:xfrm>
            <a:off x="5064369" y="4747846"/>
            <a:ext cx="1652954" cy="3868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GOBERNANZA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BF8A32-D830-8F4B-D153-1B10FB72297D}"/>
              </a:ext>
            </a:extLst>
          </p:cNvPr>
          <p:cNvSpPr/>
          <p:nvPr/>
        </p:nvSpPr>
        <p:spPr>
          <a:xfrm>
            <a:off x="2511306" y="4313187"/>
            <a:ext cx="1984747" cy="7561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FINANZAS e INFRAESTRUCTURA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E9B881-F4AD-56A9-AFB1-597ED3D37844}"/>
              </a:ext>
            </a:extLst>
          </p:cNvPr>
          <p:cNvSpPr/>
          <p:nvPr/>
        </p:nvSpPr>
        <p:spPr>
          <a:xfrm>
            <a:off x="2814272" y="1990553"/>
            <a:ext cx="1688123" cy="40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VINCULACION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741A361-8100-69AD-1DCB-46852709B2BA}"/>
              </a:ext>
            </a:extLst>
          </p:cNvPr>
          <p:cNvSpPr/>
          <p:nvPr/>
        </p:nvSpPr>
        <p:spPr>
          <a:xfrm>
            <a:off x="1072662" y="914400"/>
            <a:ext cx="1037492" cy="7913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C.A.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326B622-8328-456C-B747-CF40E41AC6C0}"/>
              </a:ext>
            </a:extLst>
          </p:cNvPr>
          <p:cNvSpPr/>
          <p:nvPr/>
        </p:nvSpPr>
        <p:spPr>
          <a:xfrm>
            <a:off x="9794631" y="914400"/>
            <a:ext cx="1899138" cy="7913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Directorio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5B04E27-18A7-AA84-9265-402D3FEB5E8F}"/>
              </a:ext>
            </a:extLst>
          </p:cNvPr>
          <p:cNvSpPr/>
          <p:nvPr/>
        </p:nvSpPr>
        <p:spPr>
          <a:xfrm>
            <a:off x="964591" y="494127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F0000"/>
                </a:solidFill>
              </a:rPr>
              <a:t>PEI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C611666-2EB2-FD2C-0147-FDA68CBE2739}"/>
              </a:ext>
            </a:extLst>
          </p:cNvPr>
          <p:cNvSpPr/>
          <p:nvPr/>
        </p:nvSpPr>
        <p:spPr>
          <a:xfrm>
            <a:off x="9574822" y="5134708"/>
            <a:ext cx="22420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Acreditación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DBBC656-506B-C5FB-079A-481239635712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6000750" y="1567681"/>
            <a:ext cx="0" cy="8941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EDB3815-638F-563A-277A-2E9E8C24C1D2}"/>
              </a:ext>
            </a:extLst>
          </p:cNvPr>
          <p:cNvCxnSpPr>
            <a:cxnSpLocks/>
          </p:cNvCxnSpPr>
          <p:nvPr/>
        </p:nvCxnSpPr>
        <p:spPr>
          <a:xfrm flipH="1">
            <a:off x="6967905" y="2441331"/>
            <a:ext cx="612531" cy="4249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A89589E-26F2-C8C0-ACFE-03F12060D043}"/>
              </a:ext>
            </a:extLst>
          </p:cNvPr>
          <p:cNvCxnSpPr/>
          <p:nvPr/>
        </p:nvCxnSpPr>
        <p:spPr>
          <a:xfrm flipH="1">
            <a:off x="5911362" y="3956539"/>
            <a:ext cx="8792" cy="756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12562C1-EB63-9CAC-6AB4-F353E1D6A3F9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4625371" y="3722637"/>
            <a:ext cx="713257" cy="5363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7D44739-5936-CD3A-34CA-B112D7A4B537}"/>
              </a:ext>
            </a:extLst>
          </p:cNvPr>
          <p:cNvCxnSpPr>
            <a:cxnSpLocks/>
          </p:cNvCxnSpPr>
          <p:nvPr/>
        </p:nvCxnSpPr>
        <p:spPr>
          <a:xfrm>
            <a:off x="4588119" y="2266606"/>
            <a:ext cx="599342" cy="3872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8AE4587-CC4F-9FA8-7BFE-17432414B39D}"/>
              </a:ext>
            </a:extLst>
          </p:cNvPr>
          <p:cNvCxnSpPr>
            <a:cxnSpLocks/>
          </p:cNvCxnSpPr>
          <p:nvPr/>
        </p:nvCxnSpPr>
        <p:spPr>
          <a:xfrm flipH="1" flipV="1">
            <a:off x="6853374" y="3722637"/>
            <a:ext cx="727062" cy="5082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B6E07F88-E594-A8FC-AECC-10393DBD4827}"/>
              </a:ext>
            </a:extLst>
          </p:cNvPr>
          <p:cNvCxnSpPr>
            <a:cxnSpLocks/>
          </p:cNvCxnSpPr>
          <p:nvPr/>
        </p:nvCxnSpPr>
        <p:spPr>
          <a:xfrm flipH="1">
            <a:off x="1904636" y="4914165"/>
            <a:ext cx="581025" cy="4059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E31343E6-36B7-CD7F-DD72-4F529F307170}"/>
              </a:ext>
            </a:extLst>
          </p:cNvPr>
          <p:cNvCxnSpPr>
            <a:cxnSpLocks/>
          </p:cNvCxnSpPr>
          <p:nvPr/>
        </p:nvCxnSpPr>
        <p:spPr>
          <a:xfrm>
            <a:off x="2056668" y="1515209"/>
            <a:ext cx="634511" cy="6037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A1B2552-F0B3-2BF3-5A4C-A48351AF735C}"/>
              </a:ext>
            </a:extLst>
          </p:cNvPr>
          <p:cNvCxnSpPr>
            <a:cxnSpLocks/>
          </p:cNvCxnSpPr>
          <p:nvPr/>
        </p:nvCxnSpPr>
        <p:spPr>
          <a:xfrm>
            <a:off x="8968152" y="4941277"/>
            <a:ext cx="668215" cy="4249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B624F96-88AF-1597-EF83-3E6ACAE8EDD6}"/>
              </a:ext>
            </a:extLst>
          </p:cNvPr>
          <p:cNvCxnSpPr>
            <a:cxnSpLocks/>
          </p:cNvCxnSpPr>
          <p:nvPr/>
        </p:nvCxnSpPr>
        <p:spPr>
          <a:xfrm flipH="1">
            <a:off x="9213605" y="1491762"/>
            <a:ext cx="636710" cy="4249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904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Guillermo Von Plessing Rossel</dc:creator>
  <cp:lastModifiedBy>Carlos Guillermo Von Plessing Rossel</cp:lastModifiedBy>
  <cp:revision>1</cp:revision>
  <dcterms:created xsi:type="dcterms:W3CDTF">2025-12-23T15:22:19Z</dcterms:created>
  <dcterms:modified xsi:type="dcterms:W3CDTF">2025-12-23T15:40:04Z</dcterms:modified>
</cp:coreProperties>
</file>